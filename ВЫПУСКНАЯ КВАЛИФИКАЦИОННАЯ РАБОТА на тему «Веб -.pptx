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7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41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7430A-4DEB-4260-86BF-BC38038C4D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7C07673-5094-46F1-AAFE-24786F715C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C714838-5661-4914-93C3-DCFEC49A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A56BC8A-2BB7-4363-A4FD-A9F8C33C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65B175A-5E8C-4DB6-AD63-B08B1DA8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2362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E96339-A847-4076-AC6F-E5033E6D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9F2529-B731-422E-B114-78F93EB85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BCF67C-6EB0-414F-89FE-DD974193A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D18A45-838C-4A30-BEC4-3B40783D8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703919-3248-4E5A-9D2A-54F3D41D7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688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1CABE-143B-4CF9-A2FD-185CAD122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BF4527-0311-4F6D-B4B8-507E48B350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47749E-A271-4BAB-AF41-30F0B8F51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473F52-6F28-47FE-9B27-938FB2C8C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76C75D-C9CC-4CB1-A495-8510A0FF7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555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0D6A8-E6AE-4472-A81A-7E946792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A41C3E-4F2C-434A-97E7-77C745F14E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8812FE9-6484-4710-BA1C-3C604441C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F87F4E-ED3F-4B2A-8EDF-D6AE2202B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AC4A27-BDD6-4F4F-82D8-F9B6CAD3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BCE495-F3E1-43F7-B3E8-04911050A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115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DAD74D-85B4-42B0-B2CE-8678FC43E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92DB019-D260-4367-875A-FE4270A9F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A553911-F64E-4CB7-89D4-2FD5FFCDB2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10F48D-8FDE-4F87-ABEF-7BD9BF2437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4A7DA2-2AE6-4900-9821-A8D554E5A8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9DA23EE-71A1-4D98-B717-DF1CECFF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ADE3E0B-09F5-4E87-A3A6-5F2BCAA8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ABC0B56-24AA-4D9F-A463-207AD2CFF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8239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00CFBF-0A10-4A39-84E4-5B3C20CD4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AE9B0C4-8805-4216-BFB6-8A81C0867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0F6F6DE-6412-4C63-81F5-DA215B572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64ED363-4E61-4B40-A33B-0F1F69A9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0749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753151C-2EC5-4D9D-BA3B-C1C29B503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3C9296A-E3B5-4828-8CB6-F7F1FFCCD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594BB0-8AF6-4BB0-A3D4-2288820A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3823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BC01F-AC40-4652-8905-5677AE488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C86AC2-2B6D-4E72-881A-1E039785C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65DA7A-59C7-46C8-BF8F-AA4BA129F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37E0AB-6047-4A88-A80F-D504E04EE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8F2FCD3-68FB-4C48-A4D3-E4EBA5F1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71A829-7D53-4137-B2CD-A0898175B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616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43EC3-10FD-48E8-859B-452C6C6BD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1E4DCB6-62D3-484C-9435-6EE01EE8B3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FA8744-83C8-4856-8A1B-3AF44FBE9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E8E1C6-BE9C-4E59-92F8-9E22C951B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6F2CA3D-E771-4AB8-AA30-0EEB66BD3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DB9495-F4F2-4153-B366-384136556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649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C027D2-DB32-48EB-86AD-E1CB8916B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E1BCE89-B925-4BF1-8977-21E3C043A2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8A50300-C4B8-4A25-A241-9802BE0DF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8AE0DA-7CCD-4EC0-A722-A46949C8F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0912C1-EFE5-4CFF-8933-6E2F51F61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370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DDB6C6E-C4F6-41B0-9DA1-2B2A2FC522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4ED0EF-2D66-4CA4-B376-DC34259217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36591A-934B-43D6-8E36-E99E4EF7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C89A3-D9B7-4D11-948F-DEC351A4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956682-0696-41B8-81C8-F3DDB24B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832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0B492D-343F-4BF0-8D8B-2D224D6A0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1903FD1-7797-41DF-8CCB-B5D4EDEFBF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1E35AC-D880-4217-98CB-DBB22414EB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C9E90-6676-4F78-AF81-B1B8A52E62C2}" type="datetimeFigureOut">
              <a:rPr lang="ru-RU" smtClean="0"/>
              <a:t>07.06.2026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C54E96-4EBD-4387-8578-B97B64D004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E2780A-9B74-42DC-9C97-FDA9DDB00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9800F-B10A-45BE-8665-71DFF9971FD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382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4A8B57-6D7A-48F5-9D5C-BADB02057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0584" y="432486"/>
            <a:ext cx="8557054" cy="3077477"/>
          </a:xfrm>
        </p:spPr>
        <p:txBody>
          <a:bodyPr>
            <a:noAutofit/>
          </a:bodyPr>
          <a:lstStyle/>
          <a:p>
            <a:r>
              <a:rPr lang="ru-RU" sz="4000" dirty="0"/>
              <a:t>ВЫПУСКНАЯ КВАЛИФИКАЦИОННАЯ РАБОТА на тему «Веб - приложение для поиска уязвимостей в библиотеках языков программирования высокого уровня»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EB5020E-AA43-460F-88D7-3C0AB1F75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0584" y="3602037"/>
            <a:ext cx="8557054" cy="2026465"/>
          </a:xfrm>
        </p:spPr>
        <p:txBody>
          <a:bodyPr/>
          <a:lstStyle/>
          <a:p>
            <a:pPr algn="r"/>
            <a:r>
              <a:rPr lang="ru-RU" dirty="0"/>
              <a:t>Выполнил</a:t>
            </a:r>
            <a:r>
              <a:rPr lang="en-US" dirty="0"/>
              <a:t>: </a:t>
            </a:r>
            <a:r>
              <a:rPr lang="ru-RU" dirty="0"/>
              <a:t>Иванов В.С.</a:t>
            </a:r>
          </a:p>
          <a:p>
            <a:pPr algn="r"/>
            <a:r>
              <a:rPr lang="ru-RU" dirty="0"/>
              <a:t>Группа ИВТ-41-22</a:t>
            </a:r>
          </a:p>
          <a:p>
            <a:pPr algn="r"/>
            <a:r>
              <a:rPr lang="ru-RU" dirty="0"/>
              <a:t>Руководитель</a:t>
            </a:r>
            <a:r>
              <a:rPr lang="en-US" dirty="0"/>
              <a:t>: </a:t>
            </a:r>
            <a:r>
              <a:rPr lang="ru-RU" dirty="0"/>
              <a:t>к.т.н., доцент</a:t>
            </a:r>
          </a:p>
          <a:p>
            <a:pPr algn="r"/>
            <a:r>
              <a:rPr lang="ru-RU" dirty="0"/>
              <a:t>Ковалев С.В.</a:t>
            </a:r>
          </a:p>
        </p:txBody>
      </p:sp>
    </p:spTree>
    <p:extLst>
      <p:ext uri="{BB962C8B-B14F-4D97-AF65-F5344CB8AC3E}">
        <p14:creationId xmlns:p14="http://schemas.microsoft.com/office/powerpoint/2010/main" val="1698500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49ABE-57D1-4D8C-9B86-C5C0FB38C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ЦЕЛЬ И ЗАДАЧИ ВЫПУСКНОЙ КВАЛИФИКАЦИОННОЙ РАБОТЫ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35CB75F-10BF-4C2D-8DB3-D12B15863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450850">
              <a:buNone/>
            </a:pPr>
            <a:r>
              <a:rPr lang="ru-RU" dirty="0"/>
              <a:t>Целью выпускной квалификационной работы является разработка веб-приложения для автоматизированного анализа библиотечных зависимостей проекта на наличие известных уязвимостей с последующим формированием отчётов в формате PDF.</a:t>
            </a:r>
          </a:p>
        </p:txBody>
      </p:sp>
    </p:spTree>
    <p:extLst>
      <p:ext uri="{BB962C8B-B14F-4D97-AF65-F5344CB8AC3E}">
        <p14:creationId xmlns:p14="http://schemas.microsoft.com/office/powerpoint/2010/main" val="828143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DFA94-E3FC-4627-BB49-181067787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ФУНКЦИОНАЛЬНЫЕ ТРЕБОВАНИЯ, ПРЕДЪЯВЛЯЕМЫЕ К ПРОГРАММЕ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A44DD3-6921-415E-B515-F8DB5B422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Система должна предоставлять форму регистрации для новых пользователей с указанием </a:t>
            </a:r>
            <a:r>
              <a:rPr lang="ru-RU" dirty="0" err="1"/>
              <a:t>email</a:t>
            </a:r>
            <a:r>
              <a:rPr lang="ru-RU" dirty="0"/>
              <a:t>, имени пользователя, пароля и дополнительных полей.</a:t>
            </a:r>
          </a:p>
          <a:p>
            <a:r>
              <a:rPr lang="ru-RU" dirty="0"/>
              <a:t>Система должна обеспечивать механизм входа с использованием </a:t>
            </a:r>
            <a:r>
              <a:rPr lang="ru-RU" dirty="0" err="1"/>
              <a:t>email</a:t>
            </a:r>
            <a:r>
              <a:rPr lang="ru-RU" dirty="0"/>
              <a:t> и пароля через JWT-аутентификацию. </a:t>
            </a:r>
          </a:p>
          <a:p>
            <a:r>
              <a:rPr lang="ru-RU" dirty="0"/>
              <a:t>Система должна предоставлять возможность загрузки файла requirements.txt через </a:t>
            </a:r>
            <a:r>
              <a:rPr lang="ru-RU" dirty="0" err="1"/>
              <a:t>drag-and-drop</a:t>
            </a:r>
            <a:r>
              <a:rPr lang="ru-RU" dirty="0"/>
              <a:t> интерфейс или выбор через стандартный диалог файлов.</a:t>
            </a:r>
          </a:p>
          <a:p>
            <a:r>
              <a:rPr lang="ru-RU" dirty="0"/>
              <a:t>Система должна предоставлять кнопку экспорта результатов анализа в формат PDF.</a:t>
            </a:r>
          </a:p>
        </p:txBody>
      </p:sp>
    </p:spTree>
    <p:extLst>
      <p:ext uri="{BB962C8B-B14F-4D97-AF65-F5344CB8AC3E}">
        <p14:creationId xmlns:p14="http://schemas.microsoft.com/office/powerpoint/2010/main" val="16399454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D00730-6EA4-4F09-A090-C02416D36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ДИАГРАММЫ ДЕЯТЕЛЬНОСТИ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996E8CB-983F-446E-A6AF-D95797E0DD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32813"/>
            <a:ext cx="4689513" cy="39615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F4AB7AB-30EE-45EE-AB56-0E1E2C25C655}"/>
              </a:ext>
            </a:extLst>
          </p:cNvPr>
          <p:cNvSpPr txBox="1"/>
          <p:nvPr/>
        </p:nvSpPr>
        <p:spPr>
          <a:xfrm>
            <a:off x="838200" y="5746750"/>
            <a:ext cx="4689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Диаграмма деятельности извлечение списка пакетов из файла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39C48DD-7263-402E-BA1F-625326545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76" y="1689512"/>
            <a:ext cx="4358624" cy="390601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82C7C9-7AD3-4E6E-ACFD-790F699F24B4}"/>
              </a:ext>
            </a:extLst>
          </p:cNvPr>
          <p:cNvSpPr txBox="1"/>
          <p:nvPr/>
        </p:nvSpPr>
        <p:spPr>
          <a:xfrm>
            <a:off x="6664289" y="5746750"/>
            <a:ext cx="4689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/>
              <a:t>Диаграмма деятельности формирования отчета</a:t>
            </a:r>
          </a:p>
        </p:txBody>
      </p:sp>
    </p:spTree>
    <p:extLst>
      <p:ext uri="{BB962C8B-B14F-4D97-AF65-F5344CB8AC3E}">
        <p14:creationId xmlns:p14="http://schemas.microsoft.com/office/powerpoint/2010/main" val="277652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D06C7-22B7-4A7C-81F8-EBD18F9B0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BPMN-</a:t>
            </a:r>
            <a:r>
              <a:rPr lang="ru-RU" dirty="0"/>
              <a:t>ДИАГРАММЫ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72CE4B7C-24D3-494C-9527-41D42E89F0C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89881"/>
            <a:ext cx="3582675" cy="43513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BF89C14-C481-41F2-A5EF-9F0CA2ABC490}"/>
              </a:ext>
            </a:extLst>
          </p:cNvPr>
          <p:cNvSpPr txBox="1"/>
          <p:nvPr/>
        </p:nvSpPr>
        <p:spPr>
          <a:xfrm>
            <a:off x="680087" y="5988846"/>
            <a:ext cx="389890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dirty="0"/>
              <a:t>BPMN-диаграмма аутентификации и регистрации пользователя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310BED6-8585-4AC0-ABEA-080FEDA09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822" y="1640285"/>
            <a:ext cx="2411527" cy="435133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120CE4-62DF-47A5-84D8-C31AE789368B}"/>
              </a:ext>
            </a:extLst>
          </p:cNvPr>
          <p:cNvSpPr txBox="1"/>
          <p:nvPr/>
        </p:nvSpPr>
        <p:spPr>
          <a:xfrm>
            <a:off x="4784784" y="5991623"/>
            <a:ext cx="289560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BPMN-</a:t>
            </a:r>
            <a:r>
              <a:rPr lang="ru-RU" sz="1050" dirty="0"/>
              <a:t>диаграмма проверки пакетов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23B8A10-7040-4B8C-9ECA-21A956041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4297" y="1588294"/>
            <a:ext cx="3309503" cy="4352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9397633-21AF-4F52-8E1C-20F78C4F13DE}"/>
              </a:ext>
            </a:extLst>
          </p:cNvPr>
          <p:cNvSpPr txBox="1"/>
          <p:nvPr/>
        </p:nvSpPr>
        <p:spPr>
          <a:xfrm>
            <a:off x="8363672" y="5991623"/>
            <a:ext cx="267075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/>
              <a:t>BPMN-</a:t>
            </a:r>
            <a:r>
              <a:rPr lang="ru-RU" sz="1050" dirty="0"/>
              <a:t>диаграмма экспорта </a:t>
            </a:r>
            <a:r>
              <a:rPr lang="en-US" sz="1050" dirty="0"/>
              <a:t>PDF-</a:t>
            </a:r>
            <a:r>
              <a:rPr lang="ru-RU" sz="1050" dirty="0"/>
              <a:t>отчета</a:t>
            </a:r>
          </a:p>
        </p:txBody>
      </p:sp>
    </p:spTree>
    <p:extLst>
      <p:ext uri="{BB962C8B-B14F-4D97-AF65-F5344CB8AC3E}">
        <p14:creationId xmlns:p14="http://schemas.microsoft.com/office/powerpoint/2010/main" val="337745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C36E41-797E-423E-AF0E-96E2B49D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СРЕДСТВА РАЗРАБОТКИ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BAA3A8E4-8172-4469-A663-2C1413059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7"/>
            <a:ext cx="1527969" cy="152796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AD5244-0F85-4307-8E2E-002A43413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2530" y="1690686"/>
            <a:ext cx="1527969" cy="15279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73B5B1E-9723-4F6E-BF72-44CCFF10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2647" y="1690686"/>
            <a:ext cx="1527969" cy="152796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5709E6B-1185-4FB1-B27B-F85159CB9CD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7461" r="16347"/>
          <a:stretch/>
        </p:blipFill>
        <p:spPr>
          <a:xfrm>
            <a:off x="9702799" y="1690688"/>
            <a:ext cx="1651001" cy="152796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251C2D1-F9C8-4D63-8EAE-AFA0E6A0BB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654323"/>
            <a:ext cx="3330427" cy="6157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F0705F7-7464-45FB-A0A0-8D22E398B73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6914" t="23699" r="19561" b="29807"/>
          <a:stretch/>
        </p:blipFill>
        <p:spPr>
          <a:xfrm>
            <a:off x="4874146" y="4654323"/>
            <a:ext cx="3592698" cy="67707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CE65AC3-601D-41BC-A128-46131DA578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2363" y="4514455"/>
            <a:ext cx="2181437" cy="75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659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4DD8AD-A72F-4E89-A904-7B67F4063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РАЗМЕЩЕНИЯ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ECF8E6C-5725-4901-8EC7-2FC7DC2B25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10503680" cy="4309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6399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B1104-0EEE-4B23-B78E-47385CE7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ДИАГРАММА ПОСЛЕДОВАТЕЛЬНОСТИ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89485CF1-E3CB-4ED2-A4C8-0D93E733B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9492" y="1457836"/>
            <a:ext cx="5233016" cy="5035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51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9B851B-B63C-41EF-9F76-E8C86929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ПРОЕКТИРОВАНИЕ БАЗЫ ДАННЫХ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FCE7A619-4065-482B-92FE-58D9990FD0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2161" y="1690688"/>
            <a:ext cx="6347678" cy="447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65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E499BF-DF8B-475F-9D67-6D9D533D9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СТРАНИЦА РЕГИСТРАЦИИ ПОЛЬЗОВАТЕЛЯ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9DDBF28-2F15-4BEE-B40A-E8C17D6BB8C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11447" r="12083"/>
          <a:stretch/>
        </p:blipFill>
        <p:spPr bwMode="auto">
          <a:xfrm>
            <a:off x="2285674" y="1543050"/>
            <a:ext cx="7620651" cy="49498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40412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A1A30C-97BE-4CE4-B44D-2B2611BD6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СТРАНИЦА ВХОДА НА САЙТ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CD17BE8F-B4D7-47F2-87E3-842FDB70E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840" y="1479399"/>
            <a:ext cx="7878320" cy="5013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335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83357-0829-4957-91EF-A1FC9E975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СТРАНИЦА СКАНИРОВАНИЯ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02512831-BD26-4223-906B-1E831F5A3287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9" r="11970"/>
          <a:stretch/>
        </p:blipFill>
        <p:spPr bwMode="auto">
          <a:xfrm>
            <a:off x="2113457" y="1365250"/>
            <a:ext cx="7965085" cy="512762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19557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83B11E-7447-4391-94F0-E2F130F87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ПРИМЕР </a:t>
            </a:r>
            <a:r>
              <a:rPr lang="en-US" dirty="0"/>
              <a:t>PDF-</a:t>
            </a:r>
            <a:r>
              <a:rPr lang="ru-RU" dirty="0"/>
              <a:t>ОТЧЕТА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40256464-204C-4A0F-89EA-D8347D2B8E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982"/>
          <a:stretch/>
        </p:blipFill>
        <p:spPr>
          <a:xfrm>
            <a:off x="3934967" y="1330325"/>
            <a:ext cx="4322066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938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192</Words>
  <Application>Microsoft Office PowerPoint</Application>
  <PresentationFormat>Широкоэкранный</PresentationFormat>
  <Paragraphs>27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Тема Office</vt:lpstr>
      <vt:lpstr>ВЫПУСКНАЯ КВАЛИФИКАЦИОННАЯ РАБОТА на тему «Веб - приложение для поиска уязвимостей в библиотеках языков программирования высокого уровня»</vt:lpstr>
      <vt:lpstr>ЦЕЛЬ И ЗАДАЧИ ВЫПУСКНОЙ КВАЛИФИКАЦИОННОЙ РАБОТЫ </vt:lpstr>
      <vt:lpstr>ФУНКЦИОНАЛЬНЫЕ ТРЕБОВАНИЯ, ПРЕДЪЯВЛЯЕМЫЕ К ПРОГРАММЕ</vt:lpstr>
      <vt:lpstr>ДИАГРАММЫ ДЕЯТЕЛЬНОСТИ</vt:lpstr>
      <vt:lpstr>BPMN-ДИАГРАММЫ</vt:lpstr>
      <vt:lpstr>СРЕДСТВА РАЗРАБОТКИ</vt:lpstr>
      <vt:lpstr>ДИАГРАММА РАЗМЕЩЕНИЯ</vt:lpstr>
      <vt:lpstr>ДИАГРАММА ПОСЛЕДОВАТЕЛЬНОСТИ</vt:lpstr>
      <vt:lpstr>ПРОЕКТИРОВАНИЕ БАЗЫ ДАННЫХ</vt:lpstr>
      <vt:lpstr>СТРАНИЦА РЕГИСТРАЦИИ ПОЛЬЗОВАТЕЛЯ</vt:lpstr>
      <vt:lpstr>СТРАНИЦА ВХОДА НА САЙТ</vt:lpstr>
      <vt:lpstr>СТРАНИЦА СКАНИРОВАНИЯ</vt:lpstr>
      <vt:lpstr>ПРИМЕР PDF-ОТЧЕТА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на тему «</dc:title>
  <dc:creator>Владимир Иванов</dc:creator>
  <cp:lastModifiedBy>Владимир Иванов</cp:lastModifiedBy>
  <cp:revision>10</cp:revision>
  <dcterms:created xsi:type="dcterms:W3CDTF">2026-05-20T17:27:57Z</dcterms:created>
  <dcterms:modified xsi:type="dcterms:W3CDTF">2026-06-07T09:55:09Z</dcterms:modified>
</cp:coreProperties>
</file>